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8" r:id="rId5"/>
    <p:sldId id="259" r:id="rId6"/>
    <p:sldId id="260"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C855D18-7DE6-4F72-9F4A-4AFACD9217C5}"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86D58-B76A-450A-A5E8-EAF39DA7A4BA}"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C855D18-7DE6-4F72-9F4A-4AFACD9217C5}"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86D58-B76A-450A-A5E8-EAF39DA7A4B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C855D18-7DE6-4F72-9F4A-4AFACD9217C5}"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86D58-B76A-450A-A5E8-EAF39DA7A4BA}"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C855D18-7DE6-4F72-9F4A-4AFACD9217C5}"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686D58-B76A-450A-A5E8-EAF39DA7A4B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C855D18-7DE6-4F72-9F4A-4AFACD9217C5}"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686D58-B76A-450A-A5E8-EAF39DA7A4B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C855D18-7DE6-4F72-9F4A-4AFACD9217C5}"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686D58-B76A-450A-A5E8-EAF39DA7A4B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855D18-7DE6-4F72-9F4A-4AFACD9217C5}"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686D58-B76A-450A-A5E8-EAF39DA7A4B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C855D18-7DE6-4F72-9F4A-4AFACD9217C5}"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686D58-B76A-450A-A5E8-EAF39DA7A4B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C855D18-7DE6-4F72-9F4A-4AFACD9217C5}"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686D58-B76A-450A-A5E8-EAF39DA7A4BA}"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C855D18-7DE6-4F72-9F4A-4AFACD9217C5}"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86D58-B76A-450A-A5E8-EAF39DA7A4B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C855D18-7DE6-4F72-9F4A-4AFACD9217C5}"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86D58-B76A-450A-A5E8-EAF39DA7A4B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855D18-7DE6-4F72-9F4A-4AFACD9217C5}"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686D58-B76A-450A-A5E8-EAF39DA7A4B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
            </a:r>
            <a:br>
              <a:rPr lang="en-US" dirty="0" smtClean="0"/>
            </a:br>
            <a:r>
              <a:rPr lang="en-US" dirty="0" smtClean="0"/>
              <a:t>Supply-Chain-Analysis-Capstone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Problem Statement</a:t>
            </a:r>
            <a:br>
              <a:rPr lang="en-US" dirty="0" smtClean="0"/>
            </a:br>
            <a:endParaRPr lang="en-US" dirty="0"/>
          </a:p>
        </p:txBody>
      </p:sp>
      <p:sp>
        <p:nvSpPr>
          <p:cNvPr id="3" name="Content Placeholder 2"/>
          <p:cNvSpPr>
            <a:spLocks noGrp="1"/>
          </p:cNvSpPr>
          <p:nvPr>
            <p:ph idx="1"/>
          </p:nvPr>
        </p:nvSpPr>
        <p:spPr/>
        <p:txBody>
          <a:bodyPr/>
          <a:lstStyle/>
          <a:p>
            <a:pPr algn="just"/>
            <a:r>
              <a:rPr lang="en-US" dirty="0"/>
              <a:t>The supply chain dataset presents a comprehensive set of information related to product sales, manufacturing, and logistics. The challenge is to extract meaningful insights and actionable recommendations from the data to optimize supply chain operations and improve profitability.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Libraries Used for the Analysis:</a:t>
            </a:r>
            <a:br>
              <a:rPr lang="en-US" dirty="0" smtClean="0"/>
            </a:br>
            <a:endParaRPr lang="en-US" dirty="0"/>
          </a:p>
        </p:txBody>
      </p:sp>
      <p:sp>
        <p:nvSpPr>
          <p:cNvPr id="3" name="Content Placeholder 2"/>
          <p:cNvSpPr>
            <a:spLocks noGrp="1"/>
          </p:cNvSpPr>
          <p:nvPr>
            <p:ph idx="1"/>
          </p:nvPr>
        </p:nvSpPr>
        <p:spPr/>
        <p:txBody>
          <a:bodyPr/>
          <a:lstStyle/>
          <a:p>
            <a:pPr algn="just"/>
            <a:r>
              <a:rPr lang="en-US" dirty="0" smtClean="0"/>
              <a:t>Data </a:t>
            </a:r>
            <a:r>
              <a:rPr lang="en-US" dirty="0"/>
              <a:t>Manipulation: </a:t>
            </a:r>
            <a:r>
              <a:rPr lang="en-US" dirty="0" err="1"/>
              <a:t>NumPy</a:t>
            </a:r>
            <a:r>
              <a:rPr lang="en-US" dirty="0"/>
              <a:t>, Pandas</a:t>
            </a:r>
          </a:p>
          <a:p>
            <a:pPr algn="just"/>
            <a:r>
              <a:rPr lang="en-US" dirty="0"/>
              <a:t>Data Visualization: </a:t>
            </a:r>
            <a:r>
              <a:rPr lang="en-US" dirty="0" err="1"/>
              <a:t>Seaborn</a:t>
            </a:r>
            <a:r>
              <a:rPr lang="en-US" dirty="0"/>
              <a:t>, </a:t>
            </a:r>
            <a:r>
              <a:rPr lang="en-US" dirty="0" err="1"/>
              <a:t>Matplotlib</a:t>
            </a:r>
            <a:endParaRPr lang="en-US" dirty="0"/>
          </a:p>
          <a:p>
            <a:pPr algn="just"/>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Sales Analysis:</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algn="just"/>
            <a:r>
              <a:rPr lang="en-US" dirty="0"/>
              <a:t>Analyze the number of products sold and revenue generated to understand sales performance over time.</a:t>
            </a:r>
          </a:p>
          <a:p>
            <a:pPr algn="just"/>
            <a:r>
              <a:rPr lang="en-US" dirty="0" smtClean="0"/>
              <a:t>Identify </a:t>
            </a:r>
            <a:r>
              <a:rPr lang="en-US" dirty="0"/>
              <a:t>customer demographics to determine which groups are purchasing the most products.</a:t>
            </a:r>
          </a:p>
          <a:p>
            <a:pPr algn="just"/>
            <a:r>
              <a:rPr lang="en-US" dirty="0" smtClean="0"/>
              <a:t>Track </a:t>
            </a:r>
            <a:r>
              <a:rPr lang="en-US" dirty="0"/>
              <a:t>availability and stock levels to ensure the right products are in stock when customers are ready to buy.</a:t>
            </a:r>
          </a:p>
          <a:p>
            <a:pPr algn="just"/>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Operational Analysis</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Analyze </a:t>
            </a:r>
            <a:r>
              <a:rPr lang="en-US" dirty="0"/>
              <a:t>lead times, order quantities, and production volumes to optimize inventory management and reduce </a:t>
            </a:r>
            <a:r>
              <a:rPr lang="en-US" dirty="0" err="1"/>
              <a:t>stockouts</a:t>
            </a:r>
            <a:r>
              <a:rPr lang="en-US" dirty="0"/>
              <a:t>.</a:t>
            </a:r>
          </a:p>
          <a:p>
            <a:pPr algn="just"/>
            <a:r>
              <a:rPr lang="en-US" dirty="0" smtClean="0"/>
              <a:t>Track </a:t>
            </a:r>
            <a:r>
              <a:rPr lang="en-US" dirty="0"/>
              <a:t>manufacturing lead times and costs to identify areas for improvement and cost savings.</a:t>
            </a:r>
          </a:p>
          <a:p>
            <a:pPr algn="just"/>
            <a:r>
              <a:rPr lang="en-US" dirty="0" smtClean="0"/>
              <a:t>Monitor </a:t>
            </a:r>
            <a:r>
              <a:rPr lang="en-US" dirty="0"/>
              <a:t>inspection results and defect rates to identify quality issues and improve manufacturing processes.</a:t>
            </a:r>
          </a:p>
          <a:p>
            <a:pPr algn="just"/>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Shipping Analysis:</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Analyze </a:t>
            </a:r>
            <a:r>
              <a:rPr lang="en-US" dirty="0"/>
              <a:t>costs, transportation modes, and routes to optimize logistics and reduce shipping costs.</a:t>
            </a:r>
          </a:p>
          <a:p>
            <a:pPr algn="just"/>
            <a:r>
              <a:rPr lang="en-US" dirty="0" smtClean="0"/>
              <a:t>Monitor </a:t>
            </a:r>
            <a:r>
              <a:rPr lang="en-US" dirty="0"/>
              <a:t>shipping times, shipping carriers, and modes of transportation to ensure timely delivery to customers.</a:t>
            </a:r>
          </a:p>
          <a:p>
            <a:pPr algn="just"/>
            <a:r>
              <a:rPr lang="en-US" dirty="0" smtClean="0"/>
              <a:t>Track </a:t>
            </a:r>
            <a:r>
              <a:rPr lang="en-US" dirty="0"/>
              <a:t>shipping costs associated with shipping carriers and revenue generated to identify areas for cost savings.</a:t>
            </a:r>
          </a:p>
          <a:p>
            <a:pPr algn="just"/>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Charts and Graphs:</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smtClean="0"/>
              <a:t>Average </a:t>
            </a:r>
            <a:r>
              <a:rPr lang="en-US" dirty="0"/>
              <a:t>Defect Rate, Manufacturing Lead Time, and Manufacturing Cost by Product</a:t>
            </a:r>
          </a:p>
          <a:p>
            <a:pPr algn="just"/>
            <a:r>
              <a:rPr lang="en-US" dirty="0"/>
              <a:t>Customer Demographics vs. Number of Products Sold by Product Type</a:t>
            </a:r>
          </a:p>
          <a:p>
            <a:pPr algn="just"/>
            <a:r>
              <a:rPr lang="en-US" dirty="0"/>
              <a:t>Total Revenue Generated by Product Type and Total Products Sold by Product Type</a:t>
            </a:r>
          </a:p>
          <a:p>
            <a:pPr algn="just"/>
            <a:r>
              <a:rPr lang="en-US" dirty="0"/>
              <a:t>Average Manufacturing Cost vs. Average Price by Product Type</a:t>
            </a:r>
          </a:p>
          <a:p>
            <a:pPr algn="just"/>
            <a:r>
              <a:rPr lang="en-US" dirty="0"/>
              <a:t>Transportation Modes vs. Routes with Average Cost</a:t>
            </a:r>
          </a:p>
          <a:p>
            <a:pPr algn="just"/>
            <a:r>
              <a:rPr lang="en-US" dirty="0"/>
              <a:t>Defect Rate vs. Inspection Rate by Product Type</a:t>
            </a:r>
          </a:p>
          <a:p>
            <a:pPr algn="just"/>
            <a:r>
              <a:rPr lang="en-US" dirty="0"/>
              <a:t>Transportation Modes and Shipping Carriers with Average Shipping Time</a:t>
            </a:r>
          </a:p>
          <a:p>
            <a:pPr algn="just"/>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TotalTime>
  <Words>295</Words>
  <Application>Microsoft Office PowerPoint</Application>
  <PresentationFormat>On-screen Show (4:3)</PresentationFormat>
  <Paragraphs>26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 Supply-Chain-Analysis-Capstone</vt:lpstr>
      <vt:lpstr>Problem Statement </vt:lpstr>
      <vt:lpstr>Libraries Used for the Analysis: </vt:lpstr>
      <vt:lpstr>Sales Analysis: </vt:lpstr>
      <vt:lpstr>Operational Analysis </vt:lpstr>
      <vt:lpstr>Shipping Analysis: </vt:lpstr>
      <vt:lpstr>Charts and Graphs: </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Supply-Chain-Analysis-Capstone</dc:title>
  <dc:creator>HP</dc:creator>
  <cp:lastModifiedBy>HP</cp:lastModifiedBy>
  <cp:revision>1</cp:revision>
  <dcterms:created xsi:type="dcterms:W3CDTF">2026-08-17T06:38:56Z</dcterms:created>
  <dcterms:modified xsi:type="dcterms:W3CDTF">2026-08-17T07:58:33Z</dcterms:modified>
</cp:coreProperties>
</file>